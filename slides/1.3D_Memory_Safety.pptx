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two real attacks on a C program, same attacks on the same program in C#, then explain what the language does to stop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safety is several guarantees, not just the GC.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two rows are the live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gcc -o account account.c ; ./account "Sam" ; ./account "AAAA...20" -&gt; balance over a billion.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C#: dotnet run -- "AAAA...20" -&gt; IndexOutOfRangeException, balance still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JIT output. The check is a cmp + jae. Elided in provably-safe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gcc -o server server.c ; ./server 5 ; ./server 32 -&gt; PIN=4921 leaks.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C#: dotnet run -- 32 -&gt; prints hello then throws.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Protections make some attacks harder; they don't make C memory-safe.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Figures: Microsoft (~70% of CVEs) and Google (Chrome/Android) both report the same ballpark.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cd demo3_race ; dotnet run -&gt; unlocked &gt;100 allowed, locked =100.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safety and thread safety are different problems. Rust checks this too; C#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memory safety kills a class of bugs, not all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100" kern="0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SAFETY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3200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language you choose matters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1148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41148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3DD6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39312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SIT232 Object-Oriented Development  ·  Sam Steffensen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memory safety means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memory-safe language stops your code from touching memory it was never given.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035040" cy="676656"/>
          </a:xfrm>
          <a:prstGeom prst="roundRect">
            <a:avLst>
              <a:gd name="adj" fmla="val 16216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33172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past the end of an array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6035040" cy="676656"/>
          </a:xfrm>
          <a:prstGeom prst="roundRect">
            <a:avLst>
              <a:gd name="adj" fmla="val 16216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3172968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17296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past the end of a buffer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014216"/>
            <a:ext cx="6035040" cy="676656"/>
          </a:xfrm>
          <a:prstGeom prst="roundRect">
            <a:avLst>
              <a:gd name="adj" fmla="val 16216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4014216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01421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memory after it was freed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95160" y="2331720"/>
            <a:ext cx="4663440" cy="2340864"/>
          </a:xfrm>
          <a:prstGeom prst="roundRect">
            <a:avLst>
              <a:gd name="adj" fmla="val 4688"/>
            </a:avLst>
          </a:prstGeom>
          <a:solidFill>
            <a:srgbClr val="2B32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78040" y="2487168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myth
</a:t>
            </a:r>
            <a:endParaRPr lang="en-US" sz="18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safe because a garbage collector cleans up."
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one part, and not the main part. Memory safety is several separate guarantees. I'll show two being enforced.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one feature. Several guarantees.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12464"/>
                <a:gridCol w="37216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code touches memory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C#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24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B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Out-of-bounds write  (Demo 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over whatever is next door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index, throws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B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Out-of-bounds read  (Demo 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 back adjacent memory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index, throws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after free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 still 'works', hits reused memory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manual free; can't dangle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Uninitialised read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Leaks old stack or heap bytes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D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assign first; new memory is zero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518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 — overwriting a neighbour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32588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3DD6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F1116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56816"/>
            <a:ext cx="50657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Account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name[16];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balance;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30952" cy="2286000"/>
          </a:xfrm>
          <a:prstGeom prst="roundRect">
            <a:avLst>
              <a:gd name="adj" fmla="val 3200"/>
            </a:avLst>
          </a:prstGeom>
          <a:solidFill>
            <a:srgbClr val="0F1116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956816"/>
            <a:ext cx="500176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char[] name =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char[16];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balance = 100;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2B32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66344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class, both languages.  </a:t>
            </a:r>
            <a:pPr algn="l"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 16 characters, and the balance sits right after it in memory. Keep that layout in mind.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balance changed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typed = "Sam"    balance = 100  (safe)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70432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70432" y="155448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0784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00784" y="155448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31136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2192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82896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04304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0" y="1554480"/>
            <a:ext cx="475488" cy="566928"/>
          </a:xfrm>
          <a:prstGeom prst="rect">
            <a:avLst/>
          </a:prstGeom>
          <a:solidFill>
            <a:srgbClr val="2B324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1554480"/>
            <a:ext cx="475488" cy="566928"/>
          </a:xfrm>
          <a:prstGeom prst="rect">
            <a:avLst/>
          </a:prstGeom>
          <a:solidFill>
            <a:srgbClr val="1E3229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56064" y="1554480"/>
            <a:ext cx="475488" cy="566928"/>
          </a:xfrm>
          <a:prstGeom prst="rect">
            <a:avLst/>
          </a:prstGeom>
          <a:solidFill>
            <a:srgbClr val="1E3229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86416" y="1554480"/>
            <a:ext cx="475488" cy="566928"/>
          </a:xfrm>
          <a:prstGeom prst="rect">
            <a:avLst/>
          </a:prstGeom>
          <a:solidFill>
            <a:srgbClr val="1E3229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16768" y="1554480"/>
            <a:ext cx="475488" cy="566928"/>
          </a:xfrm>
          <a:prstGeom prst="rect">
            <a:avLst/>
          </a:prstGeom>
          <a:solidFill>
            <a:srgbClr val="1E3229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28620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typed = 20 x 'A'    the last 4 A's land in the balance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70432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70432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700784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700784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31136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31136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61488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61488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91840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91840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822192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22192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352544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52544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82896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82896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13248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13248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43600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3600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73952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73952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04304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04304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534656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534656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065008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65008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595360" y="3246120"/>
            <a:ext cx="475488" cy="566928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95360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9125712" y="3246120"/>
            <a:ext cx="475488" cy="566928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125712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656064" y="3246120"/>
            <a:ext cx="475488" cy="566928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656064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0186416" y="3246120"/>
            <a:ext cx="475488" cy="566928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186416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10716768" y="3246120"/>
            <a:ext cx="475488" cy="566928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716768" y="32461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40080" y="391363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name[16]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9125712" y="391363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40080" y="452628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868680" y="470916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strcpy copies until the end of my text, not the end of the buffer.  </a:t>
            </a:r>
            <a:pPr algn="l" indent="0" marL="0">
              <a:buNone/>
            </a:pPr>
            <a:r>
              <a:rPr lang="en-US" sz="16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'A' is the byte 0x41, so the balance became 0x41414141 = </a:t>
            </a:r>
            <a:pPr algn="l" indent="0" marL="0">
              <a:buNone/>
            </a:pPr>
            <a:r>
              <a:rPr lang="en-US" sz="1650" b="1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1,094,795,585</a:t>
            </a:r>
            <a:pPr algn="l" indent="0" marL="0">
              <a:buNone/>
            </a:pPr>
            <a:r>
              <a:rPr lang="en-US" sz="16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 never checks.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 is real machine code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66560" cy="3108960"/>
          </a:xfrm>
          <a:prstGeom prst="roundRect">
            <a:avLst>
              <a:gd name="adj" fmla="val 2353"/>
            </a:avLst>
          </a:prstGeom>
          <a:solidFill>
            <a:srgbClr val="0F1116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499616"/>
            <a:ext cx="643737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C# array read:  return data[index]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   index, [array + length]   ; index vs length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jae   THROW                     ; too big? jump away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 eax, [array + index*4]    ; else do the read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THROW: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 CORINFO_HELP_RNGCHKFAIL   ; throws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543800" y="1371600"/>
            <a:ext cx="4096512" cy="3108960"/>
          </a:xfrm>
          <a:prstGeom prst="roundRect">
            <a:avLst>
              <a:gd name="adj" fmla="val 3529"/>
            </a:avLst>
          </a:prstGeom>
          <a:solidFill>
            <a:srgbClr val="2B32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26680" y="155448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array carries its length.
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each read, the runtime compares your index against it, then branches to a throw if it is too big.
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emits the read with nothing in front of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1E32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4864608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not slow.  </a:t>
            </a:r>
            <a:pPr algn="l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loop from 0 to array.Length the compiler proves every index is safe and removes the check. </a:t>
            </a:r>
            <a:pPr algn="l" indent="0" marL="0">
              <a:buNone/>
            </a:pPr>
            <a:r>
              <a:rPr lang="en-US" sz="1600" b="1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read: 1 check.   Counted loop: 0 checks.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— reading a neighbour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852160" cy="2468880"/>
          </a:xfrm>
          <a:prstGeom prst="roundRect">
            <a:avLst>
              <a:gd name="adj" fmla="val 2963"/>
            </a:avLst>
          </a:prstGeom>
          <a:solidFill>
            <a:srgbClr val="0F1116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956816"/>
            <a:ext cx="55229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Packet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message[16];   // public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secret[16];    // PIN, private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echoes 'requested' bytes of message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but never checks 'requested'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20840" y="1828800"/>
            <a:ext cx="4919472" cy="2468880"/>
          </a:xfrm>
          <a:prstGeom prst="roundRect">
            <a:avLst>
              <a:gd name="adj" fmla="val 4444"/>
            </a:avLst>
          </a:prstGeom>
          <a:solidFill>
            <a:srgbClr val="2B32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903720" y="20116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trusts the client
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echoes as many bytes as the client asks for, and never checks that number against how long the message really is.
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shape of Heartbleed (2014), which leaked private keys across the internet.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LIVE:  ./server 5   →  "hello"        ./server 32   →  leaks the PIN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 runs off the end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75004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5004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09928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9928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44852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4852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9776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14700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14700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9624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9624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4548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4548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9472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19472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54396" y="2286000"/>
            <a:ext cx="480060" cy="603504"/>
          </a:xfrm>
          <a:prstGeom prst="rect">
            <a:avLst/>
          </a:prstGeom>
          <a:solidFill>
            <a:srgbClr val="3A4152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4396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24244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24244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59168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59168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94092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94092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29016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29016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63940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63940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198864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98864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733788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33788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268712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68712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803636" y="2286000"/>
            <a:ext cx="480060" cy="603504"/>
          </a:xfrm>
          <a:prstGeom prst="rect">
            <a:avLst/>
          </a:prstGeom>
          <a:solidFill>
            <a:srgbClr val="E5484D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803636" y="2286000"/>
            <a:ext cx="4800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29809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 (public)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29809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 (should never be sent)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" y="1874520"/>
            <a:ext cx="10643616" cy="0"/>
          </a:xfrm>
          <a:prstGeom prst="line">
            <a:avLst/>
          </a:prstGeom>
          <a:noFill/>
          <a:ln w="31750">
            <a:solidFill>
              <a:srgbClr val="F5B342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40080" y="1508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asked for 32 bytes  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" y="4160520"/>
            <a:ext cx="10908792" cy="1737360"/>
          </a:xfrm>
          <a:prstGeom prst="roundRect">
            <a:avLst>
              <a:gd name="adj" fmla="val 6316"/>
            </a:avLst>
          </a:prstGeom>
          <a:solidFill>
            <a:srgbClr val="2B32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868680" y="4343400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instead of writing, same root cause.  </a:t>
            </a:r>
            <a:pPr algn="l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runs off the end of the message and into the secret next to it. C returns whatever bytes are there.
</a:t>
            </a:r>
            <a:pPr algn="l"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C#:  </a:t>
            </a:r>
            <a:pPr algn="l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 throws the moment the index reaches the end. The secret never leaves. Same bounds check, on a read this time.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is not prevention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3A22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with modern protections 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compiled Demo 1 with the compiler's default protections on.
</a:t>
            </a:r>
            <a:endParaRPr lang="en-US" sz="16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overwrite still worked.
</a:t>
            </a:r>
            <a:endParaRPr lang="en-US" sz="16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canary guards the function's return address, not the fields sitting next to each other inside your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330952" cy="4023360"/>
          </a:xfrm>
          <a:prstGeom prst="roundRect">
            <a:avLst>
              <a:gd name="adj" fmla="val 2727"/>
            </a:avLst>
          </a:prstGeom>
          <a:solidFill>
            <a:srgbClr val="1E32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2402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add a guard in front of the danger.
</a:t>
            </a:r>
            <a:endParaRPr lang="en-US" sz="16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possibility.
</a:t>
            </a:r>
            <a:endParaRPr lang="en-US" sz="16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index an array without the length check, and no way to lay two fields out so one overruns the other.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scale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5B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serious security bugs are memory-safety bugs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independently by Microsoft and by Google.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737360"/>
            <a:ext cx="5696712" cy="3200400"/>
          </a:xfrm>
          <a:prstGeom prst="roundRect">
            <a:avLst>
              <a:gd name="adj" fmla="val 3429"/>
            </a:avLst>
          </a:prstGeom>
          <a:solidFill>
            <a:srgbClr val="2B32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172200" y="196596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attacks I showed, and their relatives, are the single largest source of serious vulnerabilities in large C and C++ codebases.
</a:t>
            </a:r>
            <a:endParaRPr lang="en-US" sz="17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industry is moving to memory-safe languages, and why this is worth understanding even in first year.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Memory-safe is not bug-free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0F1116"/>
          </a:solidFill>
          <a:ln w="12700">
            <a:solidFill>
              <a:srgbClr val="2B32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545336"/>
            <a:ext cx="643737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 Withdraw(int amount)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(amount &gt; _balance)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      // check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5B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_balance -= amount;    // then act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
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543800" y="1417320"/>
            <a:ext cx="4096512" cy="3200400"/>
          </a:xfrm>
          <a:prstGeom prst="roundRect">
            <a:avLst>
              <a:gd name="adj" fmla="val 3429"/>
            </a:avLst>
          </a:prstGeom>
          <a:solidFill>
            <a:srgbClr val="2B324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26680" y="16002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stops the two attacks.
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stop every bug.
</a:t>
            </a:r>
            <a:endParaRPr lang="en-US" sz="17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Withdraw checks the balance, then subtracts. Safe on one thread. Watch it on many.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Check-then-act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balance = 100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31720" y="173736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33172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&gt;= 1 ?  yes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173736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02336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balance = 100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31720" y="310896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33172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&gt;= 1 ?  yes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23360" y="310896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22283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02336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1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77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threads pass the check before either subtracts. Both withdraw. The account over-pays.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3A22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8280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
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threads, 100 in the account → more than 100 got through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4663440"/>
            <a:ext cx="5422392" cy="1234440"/>
          </a:xfrm>
          <a:prstGeom prst="roundRect">
            <a:avLst>
              <a:gd name="adj" fmla="val 8889"/>
            </a:avLst>
          </a:prstGeom>
          <a:solidFill>
            <a:srgbClr val="1E322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0" y="48280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 { check; act; }
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subtract become one step → exactly 100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691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attacks, one root cause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1945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past a buffer and reading past a buffer both work in C and both fail in C#.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108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is real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611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array access is bounds-checked against a length the array carries. It is actual machine code, removed only where provably safe.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720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4526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has limits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5029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safety kills a huge class of bugs. It does not make code correct. Thread safety is still your job.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2026-09-27T09:08:50Z</dcterms:created>
  <dcterms:modified xsi:type="dcterms:W3CDTF">2026-09-27T09:08:50Z</dcterms:modified>
</cp:coreProperties>
</file>